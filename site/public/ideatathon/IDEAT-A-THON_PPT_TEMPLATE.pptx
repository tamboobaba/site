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" charset="1" panose="00000000000000000000"/>
      <p:regular r:id="rId13"/>
    </p:embeddedFont>
    <p:embeddedFont>
      <p:font typeface="Montserrat Bold" charset="1" panose="00000800000000000000"/>
      <p:regular r:id="rId14"/>
    </p:embeddedFont>
    <p:embeddedFont>
      <p:font typeface="RQND Pro Condensed" charset="1" panose="00000500000000000000"/>
      <p:regular r:id="rId15"/>
    </p:embeddedFont>
    <p:embeddedFont>
      <p:font typeface="Open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86590" y="5662885"/>
            <a:ext cx="691482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 DESCRIPTION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28127" y="4228502"/>
            <a:ext cx="14231745" cy="11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b="true" sz="9999" spc="-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2508" y="2806141"/>
            <a:ext cx="15122985" cy="159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14000" spc="-56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587384" y="7712873"/>
            <a:ext cx="4160741" cy="19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  <a:spcBef>
                <a:spcPct val="0"/>
              </a:spcBef>
            </a:pPr>
            <a:r>
              <a:rPr lang="en-US" sz="28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 Name :</a:t>
            </a:r>
          </a:p>
          <a:p>
            <a:pPr algn="l">
              <a:lnSpc>
                <a:spcPts val="3933"/>
              </a:lnSpc>
              <a:spcBef>
                <a:spcPct val="0"/>
              </a:spcBef>
            </a:pPr>
            <a:r>
              <a:rPr lang="en-US" sz="28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Institute Name:</a:t>
            </a:r>
          </a:p>
          <a:p>
            <a:pPr algn="l">
              <a:lnSpc>
                <a:spcPts val="3933"/>
              </a:lnSpc>
              <a:spcBef>
                <a:spcPct val="0"/>
              </a:spcBef>
            </a:pPr>
            <a:r>
              <a:rPr lang="en-US" sz="28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Track Chosen:</a:t>
            </a:r>
          </a:p>
          <a:p>
            <a:pPr algn="l">
              <a:lnSpc>
                <a:spcPts val="3933"/>
              </a:lnSpc>
              <a:spcBef>
                <a:spcPct val="0"/>
              </a:spcBef>
            </a:pPr>
            <a:r>
              <a:rPr lang="en-US" sz="28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 Leader Name: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738749"/>
            <a:ext cx="18288000" cy="172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3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  <a:p>
            <a:pPr algn="ctr">
              <a:lnSpc>
                <a:spcPts val="640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354848"/>
            <a:ext cx="8892421" cy="235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Clearly define the problem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Why is this a real and urgent issue?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Whom does it affect? (target users)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Support with real-world data or example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7086" y="3367298"/>
            <a:ext cx="5672138" cy="125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  <a:spcBef>
                <a:spcPct val="0"/>
              </a:spcBef>
            </a:pPr>
            <a:r>
              <a:rPr lang="en-US" b="true" sz="36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idea/Solution/Prototype:</a:t>
            </a:r>
          </a:p>
          <a:p>
            <a:pPr algn="ctr">
              <a:lnSpc>
                <a:spcPts val="5053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710174"/>
            <a:ext cx="18288000" cy="91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3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 /APPROACH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58509" y="3367298"/>
            <a:ext cx="4075509" cy="61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  <a:spcBef>
                <a:spcPct val="0"/>
              </a:spcBef>
            </a:pPr>
            <a:r>
              <a:rPr lang="en-US" b="true" sz="36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02348" y="4542433"/>
            <a:ext cx="8276749" cy="294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493" indent="-363246" lvl="1">
              <a:lnSpc>
                <a:spcPts val="4710"/>
              </a:lnSpc>
              <a:buFont typeface="Arial"/>
              <a:buChar char="•"/>
            </a:pPr>
            <a:r>
              <a:rPr lang="en-US" sz="33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One-liner about the solution</a:t>
            </a:r>
          </a:p>
          <a:p>
            <a:pPr algn="l" marL="726493" indent="-363246" lvl="1">
              <a:lnSpc>
                <a:spcPts val="4710"/>
              </a:lnSpc>
              <a:buFont typeface="Arial"/>
              <a:buChar char="•"/>
            </a:pPr>
            <a:r>
              <a:rPr lang="en-US" sz="33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How it solves the problem</a:t>
            </a:r>
          </a:p>
          <a:p>
            <a:pPr algn="l" marL="726493" indent="-363246" lvl="1">
              <a:lnSpc>
                <a:spcPts val="4710"/>
              </a:lnSpc>
              <a:buFont typeface="Arial"/>
              <a:buChar char="•"/>
            </a:pPr>
            <a:r>
              <a:rPr lang="en-US" sz="33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Key features or functionality</a:t>
            </a:r>
          </a:p>
          <a:p>
            <a:pPr algn="l" marL="726493" indent="-363246" lvl="1">
              <a:lnSpc>
                <a:spcPts val="4710"/>
              </a:lnSpc>
              <a:buFont typeface="Arial"/>
              <a:buChar char="•"/>
            </a:pPr>
            <a:r>
              <a:rPr lang="en-US" sz="33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What makes it unique or better than existing solutions?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55401" y="4542433"/>
            <a:ext cx="8281726" cy="235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Simple flow or process (diagram or bullet points)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Technologies/Tools/Platforms involved (if applicable)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7179" y="3430020"/>
            <a:ext cx="2390656" cy="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  <a:spcBef>
                <a:spcPct val="0"/>
              </a:spcBef>
            </a:pPr>
            <a:r>
              <a:rPr lang="en-US" b="true" sz="36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46425" y="3430020"/>
            <a:ext cx="6755487" cy="61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  <a:spcBef>
                <a:spcPct val="0"/>
              </a:spcBef>
            </a:pPr>
            <a:r>
              <a:rPr lang="en-US" b="true" sz="36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Dependencies / Show stopper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0" y="1710174"/>
            <a:ext cx="18288000" cy="91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3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 /APPROACH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2129" y="4661025"/>
            <a:ext cx="8521871" cy="176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Potential social, economic, or environmental impact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Who benefits, and how?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3602" y="4814697"/>
            <a:ext cx="7389774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Challenges and how you plan to address them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6992" y="3338274"/>
            <a:ext cx="8071842" cy="61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  <a:spcBef>
                <a:spcPct val="0"/>
              </a:spcBef>
            </a:pPr>
            <a:r>
              <a:rPr lang="en-US" b="true" sz="36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Feasibility and </a:t>
            </a:r>
            <a:r>
              <a:rPr lang="en-US" b="true" sz="360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 Opportunity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0" y="1710174"/>
            <a:ext cx="18288000" cy="91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3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IDEA /APPROACH DETAILS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298368"/>
            <a:ext cx="7249359" cy="176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Timeline to develop or prototype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Resources/Skills required</a:t>
            </a:r>
          </a:p>
          <a:p>
            <a:pPr algn="l" marL="725424" indent="-362712" lvl="1">
              <a:lnSpc>
                <a:spcPts val="4703"/>
              </a:lnSpc>
              <a:buFont typeface="Arial"/>
              <a:buChar char="•"/>
            </a:pPr>
            <a:r>
              <a:rPr lang="en-US" sz="33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can the idea scale?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76474" y="8645140"/>
            <a:ext cx="9935052" cy="61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 with a strong line: “Why this idea matters.”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4733" y="3272428"/>
            <a:ext cx="15038534" cy="490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25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Leader Name: 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Branch (Btech/Mtech/PhD etc):        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 No: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25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 1 Name: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Branch (Btech/Mtech/PhD etc):                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 No: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25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 2 Name: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Branch (Btech/Mtech/PhD etc):</a:t>
            </a: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 No: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0" y="1738749"/>
            <a:ext cx="18288000" cy="91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3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 DETAILS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738749"/>
            <a:ext cx="18288000" cy="91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3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IMPORTANT INSTRUCTIONS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4733" y="3262903"/>
            <a:ext cx="15038534" cy="512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087" indent="-318043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Submission Deadline: Submit your final PPT by 30</a:t>
            </a: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</a:t>
            </a: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JULY 2025.</a:t>
            </a:r>
          </a:p>
          <a:p>
            <a:pPr algn="l" marL="636087" indent="-318043" lvl="1">
              <a:lnSpc>
                <a:spcPts val="4124"/>
              </a:lnSpc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Originality: Ideas must be original. Plagiarism will lead to disqualification.</a:t>
            </a:r>
          </a:p>
          <a:p>
            <a:pPr algn="l" marL="636087" indent="-318043" lvl="1">
              <a:lnSpc>
                <a:spcPts val="41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</a:t>
            </a: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the provided PPT template only (6 slides max).</a:t>
            </a:r>
          </a:p>
          <a:p>
            <a:pPr algn="l" marL="636087" indent="-318043" lvl="1">
              <a:lnSpc>
                <a:spcPts val="41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Keep slides clean, concise, and creative.</a:t>
            </a:r>
          </a:p>
          <a:p>
            <a:pPr algn="l" marL="636087" indent="-318043" lvl="1">
              <a:lnSpc>
                <a:spcPts val="41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Avoid overloading text – use bullets, diagrams, and visuals where possible.</a:t>
            </a:r>
          </a:p>
          <a:p>
            <a:pPr algn="l" marL="636087" indent="-318043" lvl="1">
              <a:lnSpc>
                <a:spcPts val="41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Submit your PPT in .pptx or .pdf format only.</a:t>
            </a:r>
          </a:p>
          <a:p>
            <a:pPr algn="l" marL="636087" indent="-318043" lvl="1">
              <a:lnSpc>
                <a:spcPts val="41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File name should be: TeamName_TrackName.pptx (e.g., Innovators_Healthcare.pptx).</a:t>
            </a:r>
          </a:p>
          <a:p>
            <a:pPr algn="l" marL="636087" indent="-318043" lvl="1">
              <a:lnSpc>
                <a:spcPts val="41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Remove this slide while submitting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63875" y="47625"/>
            <a:ext cx="18086025" cy="1582508"/>
            <a:chOff x="0" y="0"/>
            <a:chExt cx="24114700" cy="2110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415525" y="1216454"/>
              <a:ext cx="378375" cy="252092"/>
            </a:xfrm>
            <a:custGeom>
              <a:avLst/>
              <a:gdLst/>
              <a:ahLst/>
              <a:cxnLst/>
              <a:rect r="r" b="b" t="t" l="l"/>
              <a:pathLst>
                <a:path h="252092" w="378375">
                  <a:moveTo>
                    <a:pt x="0" y="0"/>
                  </a:moveTo>
                  <a:lnTo>
                    <a:pt x="378375" y="0"/>
                  </a:lnTo>
                  <a:lnTo>
                    <a:pt x="378375" y="252092"/>
                  </a:lnTo>
                  <a:lnTo>
                    <a:pt x="0" y="25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004690" y="0"/>
              <a:ext cx="2110010" cy="2110010"/>
            </a:xfrm>
            <a:custGeom>
              <a:avLst/>
              <a:gdLst/>
              <a:ahLst/>
              <a:cxnLst/>
              <a:rect r="r" b="b" t="t" l="l"/>
              <a:pathLst>
                <a:path h="2110010" w="2110010">
                  <a:moveTo>
                    <a:pt x="0" y="0"/>
                  </a:moveTo>
                  <a:lnTo>
                    <a:pt x="2110010" y="0"/>
                  </a:lnTo>
                  <a:lnTo>
                    <a:pt x="2110010" y="2110010"/>
                  </a:lnTo>
                  <a:lnTo>
                    <a:pt x="0" y="2110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0" y="442359"/>
              <a:ext cx="4971340" cy="865741"/>
              <a:chOff x="0" y="0"/>
              <a:chExt cx="2167467" cy="37745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67467" cy="377456"/>
              </a:xfrm>
              <a:custGeom>
                <a:avLst/>
                <a:gdLst/>
                <a:ahLst/>
                <a:cxnLst/>
                <a:rect r="r" b="b" t="t" l="l"/>
                <a:pathLst>
                  <a:path h="377456" w="2167467">
                    <a:moveTo>
                      <a:pt x="125071" y="0"/>
                    </a:moveTo>
                    <a:lnTo>
                      <a:pt x="2042396" y="0"/>
                    </a:lnTo>
                    <a:cubicBezTo>
                      <a:pt x="2075567" y="0"/>
                      <a:pt x="2107379" y="13177"/>
                      <a:pt x="2130834" y="36632"/>
                    </a:cubicBezTo>
                    <a:cubicBezTo>
                      <a:pt x="2154290" y="60088"/>
                      <a:pt x="2167467" y="91900"/>
                      <a:pt x="2167467" y="125071"/>
                    </a:cubicBezTo>
                    <a:lnTo>
                      <a:pt x="2167467" y="252386"/>
                    </a:lnTo>
                    <a:cubicBezTo>
                      <a:pt x="2167467" y="285557"/>
                      <a:pt x="2154290" y="317369"/>
                      <a:pt x="2130834" y="340824"/>
                    </a:cubicBezTo>
                    <a:cubicBezTo>
                      <a:pt x="2107379" y="364279"/>
                      <a:pt x="2075567" y="377456"/>
                      <a:pt x="2042396" y="377456"/>
                    </a:cubicBezTo>
                    <a:lnTo>
                      <a:pt x="125071" y="377456"/>
                    </a:lnTo>
                    <a:cubicBezTo>
                      <a:pt x="91900" y="377456"/>
                      <a:pt x="60088" y="364279"/>
                      <a:pt x="36632" y="340824"/>
                    </a:cubicBezTo>
                    <a:cubicBezTo>
                      <a:pt x="13177" y="317369"/>
                      <a:pt x="0" y="285557"/>
                      <a:pt x="0" y="252386"/>
                    </a:cubicBezTo>
                    <a:lnTo>
                      <a:pt x="0" y="125071"/>
                    </a:lnTo>
                    <a:cubicBezTo>
                      <a:pt x="0" y="91900"/>
                      <a:pt x="13177" y="60088"/>
                      <a:pt x="36632" y="36632"/>
                    </a:cubicBezTo>
                    <a:cubicBezTo>
                      <a:pt x="60088" y="13177"/>
                      <a:pt x="91900" y="0"/>
                      <a:pt x="12507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CDCDC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67467" cy="415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90589" y="174922"/>
              <a:ext cx="4390162" cy="1110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961"/>
                </a:lnSpc>
              </a:pPr>
              <a:r>
                <a:rPr lang="en-US" sz="4972">
                  <a:solidFill>
                    <a:srgbClr val="737373"/>
                  </a:solidFill>
                  <a:latin typeface="RQND Pro Condensed"/>
                  <a:ea typeface="RQND Pro Condensed"/>
                  <a:cs typeface="RQND Pro Condensed"/>
                  <a:sym typeface="RQND Pro Condensed"/>
                </a:rPr>
                <a:t>IDEATE-A-THON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DAGtKyQD2Jc</dc:identifier>
  <dcterms:modified xsi:type="dcterms:W3CDTF">2011-08-01T06:04:30Z</dcterms:modified>
  <cp:revision>1</cp:revision>
  <dc:title>Project</dc:title>
</cp:coreProperties>
</file>